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25"/>
  </p:notesMasterIdLst>
  <p:sldIdLst>
    <p:sldId id="256" r:id="rId2"/>
    <p:sldId id="258" r:id="rId3"/>
    <p:sldId id="267" r:id="rId4"/>
    <p:sldId id="269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6" r:id="rId14"/>
    <p:sldId id="287" r:id="rId15"/>
    <p:sldId id="288" r:id="rId16"/>
    <p:sldId id="289" r:id="rId17"/>
    <p:sldId id="290" r:id="rId18"/>
    <p:sldId id="291" r:id="rId19"/>
    <p:sldId id="292" r:id="rId20"/>
    <p:sldId id="261" r:id="rId21"/>
    <p:sldId id="262" r:id="rId22"/>
    <p:sldId id="276" r:id="rId23"/>
    <p:sldId id="264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792" autoAdjust="0"/>
    <p:restoredTop sz="94660"/>
  </p:normalViewPr>
  <p:slideViewPr>
    <p:cSldViewPr>
      <p:cViewPr varScale="1">
        <p:scale>
          <a:sx n="82" d="100"/>
          <a:sy n="82" d="100"/>
        </p:scale>
        <p:origin x="179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29E660-7154-496C-89BF-4F02B743A1E5}" type="datetimeFigureOut">
              <a:rPr lang="en-US" smtClean="0"/>
              <a:t>12/6/2020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6383E-9E57-40E4-B784-4EE6D0CFC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96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Databases (Fall 2020)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AE0F-99B3-48D0-A046-5C3E92F5D8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Databases (Fall 2020)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AE0F-99B3-48D0-A046-5C3E92F5D84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Databases (Fall 2020)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AE0F-99B3-48D0-A046-5C3E92F5D8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Databases (Fall 2020)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AE0F-99B3-48D0-A046-5C3E92F5D84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Databases (Fall 2020)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AE0F-99B3-48D0-A046-5C3E92F5D8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Databases (Fall 2020)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AE0F-99B3-48D0-A046-5C3E92F5D8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Databases (Fall 2020)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AE0F-99B3-48D0-A046-5C3E92F5D8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Databases (Fall 2020)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AE0F-99B3-48D0-A046-5C3E92F5D84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Databases (Fall 2020)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AE0F-99B3-48D0-A046-5C3E92F5D845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Databases (Fall 2020)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AE0F-99B3-48D0-A046-5C3E92F5D8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Databases (Fall 2020)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AE0F-99B3-48D0-A046-5C3E92F5D845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/>
              <a:t>12/13/20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/>
              <a:t>Introduction to Databases (Fall 2020)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F18AAE0F-99B3-48D0-A046-5C3E92F5D845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Team 06: KNU MOVIE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Team members: </a:t>
            </a:r>
            <a:r>
              <a:rPr lang="en-US" dirty="0" err="1"/>
              <a:t>Sangmin</a:t>
            </a:r>
            <a:r>
              <a:rPr lang="en-US" dirty="0"/>
              <a:t> LEE, </a:t>
            </a:r>
            <a:r>
              <a:rPr lang="en-US" dirty="0" err="1"/>
              <a:t>Sangjun</a:t>
            </a:r>
            <a:r>
              <a:rPr lang="en-US" dirty="0"/>
              <a:t> </a:t>
            </a:r>
            <a:r>
              <a:rPr lang="en-US" dirty="0" err="1"/>
              <a:t>Ahn</a:t>
            </a:r>
            <a:r>
              <a:rPr lang="en-US" dirty="0"/>
              <a:t>, </a:t>
            </a:r>
            <a:r>
              <a:rPr lang="en-US" dirty="0" err="1"/>
              <a:t>Gihyun</a:t>
            </a:r>
            <a:r>
              <a:rPr lang="en-US" dirty="0"/>
              <a:t> Kim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083181"/>
            <a:ext cx="4891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COMP322002 Introduction to Databases (Fall’20)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Databases (Fall 2020)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AE0F-99B3-48D0-A046-5C3E92F5D84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672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72067" y="2590800"/>
            <a:ext cx="7433733" cy="3953933"/>
          </a:xfrm>
        </p:spPr>
        <p:txBody>
          <a:bodyPr>
            <a:normAutofit/>
          </a:bodyPr>
          <a:lstStyle/>
          <a:p>
            <a:r>
              <a:rPr lang="en-US" dirty="0"/>
              <a:t>Individual Role </a:t>
            </a:r>
          </a:p>
          <a:p>
            <a:r>
              <a:rPr lang="en-US" dirty="0"/>
              <a:t>Project Description </a:t>
            </a:r>
          </a:p>
          <a:p>
            <a:pPr lvl="1"/>
            <a:r>
              <a:rPr lang="en-US" dirty="0"/>
              <a:t>Functionalities</a:t>
            </a:r>
          </a:p>
          <a:p>
            <a:pPr lvl="1"/>
            <a:r>
              <a:rPr lang="en-US" dirty="0"/>
              <a:t>Scenarios</a:t>
            </a:r>
          </a:p>
          <a:p>
            <a:pPr lvl="1"/>
            <a:r>
              <a:rPr lang="en-US" dirty="0"/>
              <a:t>Summary of Project Code</a:t>
            </a:r>
          </a:p>
          <a:p>
            <a:r>
              <a:rPr lang="en-US" dirty="0"/>
              <a:t>Demo</a:t>
            </a:r>
          </a:p>
          <a:p>
            <a:r>
              <a:rPr lang="en-US" dirty="0"/>
              <a:t>Lesson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Databases (Fall 2020)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AE0F-99B3-48D0-A046-5C3E92F5D84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160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Sangmin</a:t>
            </a:r>
            <a:r>
              <a:rPr lang="en-US" dirty="0"/>
              <a:t> LEE  : Search, Rating Movie, Recommend Service, Admin Service</a:t>
            </a:r>
          </a:p>
          <a:p>
            <a:r>
              <a:rPr lang="en-US" dirty="0" err="1"/>
              <a:t>Sangjun</a:t>
            </a:r>
            <a:r>
              <a:rPr lang="en-US" dirty="0"/>
              <a:t> </a:t>
            </a:r>
            <a:r>
              <a:rPr lang="en-US" dirty="0" err="1"/>
              <a:t>Ahn</a:t>
            </a:r>
            <a:r>
              <a:rPr lang="en-US" dirty="0"/>
              <a:t> : Manager Account &amp; Movie, Recommend Service, Admin Service</a:t>
            </a:r>
          </a:p>
          <a:p>
            <a:r>
              <a:rPr lang="en-US" dirty="0" err="1"/>
              <a:t>Giyhun</a:t>
            </a:r>
            <a:r>
              <a:rPr lang="en-US" dirty="0"/>
              <a:t> Kim : Admin Service, Account Service, Homepage Service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Summary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Databases (Fall 2020)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AE0F-99B3-48D0-A046-5C3E92F5D84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078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72067" y="2675466"/>
            <a:ext cx="7509933" cy="3953933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Homepage show Movie with image file &amp; completely success Phase3’s functions</a:t>
            </a:r>
          </a:p>
          <a:p>
            <a:pPr lvl="1"/>
            <a:r>
              <a:rPr lang="en-US" dirty="0"/>
              <a:t>Evaluation criteria:</a:t>
            </a:r>
          </a:p>
          <a:p>
            <a:pPr lvl="2"/>
            <a:r>
              <a:rPr lang="en-US" altLang="en-US" dirty="0"/>
              <a:t>Web support of required functionalities developed in Phase 3</a:t>
            </a:r>
            <a:r>
              <a:rPr lang="en-US" dirty="0"/>
              <a:t>: O</a:t>
            </a:r>
          </a:p>
          <a:p>
            <a:pPr lvl="2"/>
            <a:r>
              <a:rPr lang="en-US" altLang="en-US" dirty="0"/>
              <a:t>Concurrency control support: X</a:t>
            </a:r>
          </a:p>
          <a:p>
            <a:pPr lvl="2"/>
            <a:r>
              <a:rPr lang="en-US" dirty="0"/>
              <a:t>Recommendation service: O </a:t>
            </a:r>
          </a:p>
          <a:p>
            <a:pPr lvl="2"/>
            <a:r>
              <a:rPr lang="en-US" dirty="0"/>
              <a:t>Source code repository: O </a:t>
            </a:r>
          </a:p>
          <a:p>
            <a:pPr lvl="2"/>
            <a:r>
              <a:rPr lang="en-US" dirty="0"/>
              <a:t>README file: 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Description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12/13/20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Databases (Fall 2020)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AE0F-99B3-48D0-A046-5C3E92F5D84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050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14400" y="2110596"/>
            <a:ext cx="7662333" cy="395393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1. </a:t>
            </a:r>
            <a:r>
              <a:rPr lang="en-US" dirty="0" err="1"/>
              <a:t>Sign_in</a:t>
            </a:r>
            <a:endParaRPr lang="en-US" dirty="0"/>
          </a:p>
          <a:p>
            <a:r>
              <a:rPr lang="en-US" dirty="0"/>
              <a:t>Click ‘</a:t>
            </a:r>
            <a:r>
              <a:rPr lang="en-US" dirty="0" err="1"/>
              <a:t>Sign_in</a:t>
            </a:r>
            <a:r>
              <a:rPr lang="en-US" dirty="0"/>
              <a:t>’ Button &amp; Fill </a:t>
            </a:r>
            <a:r>
              <a:rPr lang="en-US" dirty="0" err="1"/>
              <a:t>Sign_in</a:t>
            </a:r>
            <a:r>
              <a:rPr lang="en-US" dirty="0"/>
              <a:t> Field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If ID is already exist, alert!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Functionality support</a:t>
            </a:r>
            <a:br>
              <a:rPr lang="en-US" dirty="0"/>
            </a:br>
            <a:r>
              <a:rPr lang="en-US" dirty="0"/>
              <a:t>(scenarios)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Databases (Fall 2020)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AE0F-99B3-48D0-A046-5C3E92F5D845}" type="slidenum">
              <a:rPr lang="en-US" smtClean="0"/>
              <a:t>5</a:t>
            </a:fld>
            <a:endParaRPr lang="en-US"/>
          </a:p>
        </p:txBody>
      </p:sp>
      <p:pic>
        <p:nvPicPr>
          <p:cNvPr id="10" name="그림 9" descr="텍스트이(가) 표시된 사진&#10;&#10;자동 생성된 설명">
            <a:extLst>
              <a:ext uri="{FF2B5EF4-FFF2-40B4-BE49-F238E27FC236}">
                <a16:creationId xmlns:a16="http://schemas.microsoft.com/office/drawing/2014/main" id="{53BE90F3-F33F-4C41-9719-11AAF564D0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638" y="3048000"/>
            <a:ext cx="5326723" cy="2494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433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14400" y="2110596"/>
            <a:ext cx="7662333" cy="3953933"/>
          </a:xfrm>
        </p:spPr>
        <p:txBody>
          <a:bodyPr>
            <a:normAutofit/>
          </a:bodyPr>
          <a:lstStyle/>
          <a:p>
            <a:r>
              <a:rPr lang="en-US" dirty="0"/>
              <a:t>2. Login</a:t>
            </a:r>
          </a:p>
          <a:p>
            <a:r>
              <a:rPr lang="en-US" dirty="0"/>
              <a:t>Click ‘Login’ Button &amp; input </a:t>
            </a:r>
            <a:r>
              <a:rPr lang="en-US" dirty="0" err="1"/>
              <a:t>Log_in</a:t>
            </a:r>
            <a:r>
              <a:rPr lang="en-US" dirty="0"/>
              <a:t> Field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If ID or Password is wrong, alert!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Functionality support</a:t>
            </a:r>
            <a:br>
              <a:rPr lang="en-US" dirty="0"/>
            </a:br>
            <a:r>
              <a:rPr lang="en-US" dirty="0"/>
              <a:t>(scenarios)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Databases (Fall 2020)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AE0F-99B3-48D0-A046-5C3E92F5D845}" type="slidenum">
              <a:rPr lang="en-US" smtClean="0"/>
              <a:t>6</a:t>
            </a:fld>
            <a:endParaRPr 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F9D52AD-A636-4875-816D-9072A6CA0E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529" y="2940652"/>
            <a:ext cx="7994073" cy="229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358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14400" y="2110596"/>
            <a:ext cx="7662333" cy="3953933"/>
          </a:xfrm>
        </p:spPr>
        <p:txBody>
          <a:bodyPr>
            <a:normAutofit/>
          </a:bodyPr>
          <a:lstStyle/>
          <a:p>
            <a:r>
              <a:rPr lang="en-US" dirty="0"/>
              <a:t>3. </a:t>
            </a:r>
            <a:r>
              <a:rPr lang="en-US" dirty="0" err="1"/>
              <a:t>Change_Myinfo</a:t>
            </a:r>
            <a:endParaRPr lang="en-US" dirty="0"/>
          </a:p>
          <a:p>
            <a:r>
              <a:rPr lang="en-US" dirty="0"/>
              <a:t>After Login, Click ‘</a:t>
            </a:r>
            <a:r>
              <a:rPr lang="en-US" dirty="0" err="1"/>
              <a:t>Myinfo</a:t>
            </a:r>
            <a:r>
              <a:rPr lang="en-US" dirty="0"/>
              <a:t>’ button </a:t>
            </a:r>
          </a:p>
          <a:p>
            <a:r>
              <a:rPr lang="en-US" dirty="0"/>
              <a:t>Click ‘</a:t>
            </a:r>
            <a:r>
              <a:rPr lang="ko-KR" altLang="en-US" dirty="0"/>
              <a:t>회원정보수정</a:t>
            </a:r>
            <a:r>
              <a:rPr lang="en-US" altLang="ko-KR" dirty="0"/>
              <a:t>’ button &amp; </a:t>
            </a:r>
            <a:r>
              <a:rPr lang="en-US" dirty="0"/>
              <a:t>Fill Change Info Field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Functionality support</a:t>
            </a:r>
            <a:br>
              <a:rPr lang="en-US" dirty="0"/>
            </a:br>
            <a:r>
              <a:rPr lang="en-US" dirty="0"/>
              <a:t>(scenarios)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Databases (Fall 2020)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AE0F-99B3-48D0-A046-5C3E92F5D845}" type="slidenum">
              <a:rPr lang="en-US" smtClean="0"/>
              <a:t>7</a:t>
            </a:fld>
            <a:endParaRPr lang="en-US"/>
          </a:p>
        </p:txBody>
      </p:sp>
      <p:pic>
        <p:nvPicPr>
          <p:cNvPr id="9" name="그림 8" descr="텍스트이(가) 표시된 사진&#10;&#10;자동 생성된 설명">
            <a:extLst>
              <a:ext uri="{FF2B5EF4-FFF2-40B4-BE49-F238E27FC236}">
                <a16:creationId xmlns:a16="http://schemas.microsoft.com/office/drawing/2014/main" id="{3758264D-DECF-417A-8712-9E4E753488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1714" y="3429000"/>
            <a:ext cx="3920572" cy="2635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510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14400" y="2110596"/>
            <a:ext cx="7662333" cy="3953933"/>
          </a:xfrm>
        </p:spPr>
        <p:txBody>
          <a:bodyPr>
            <a:normAutofit/>
          </a:bodyPr>
          <a:lstStyle/>
          <a:p>
            <a:r>
              <a:rPr lang="en-US" dirty="0"/>
              <a:t>4. Withdraw from membership</a:t>
            </a:r>
          </a:p>
          <a:p>
            <a:r>
              <a:rPr lang="en-US" dirty="0"/>
              <a:t>After Login, Click ‘</a:t>
            </a:r>
            <a:r>
              <a:rPr lang="en-US" dirty="0" err="1"/>
              <a:t>Myinfo</a:t>
            </a:r>
            <a:r>
              <a:rPr lang="en-US" dirty="0"/>
              <a:t>’ button </a:t>
            </a:r>
          </a:p>
          <a:p>
            <a:r>
              <a:rPr lang="en-US" dirty="0"/>
              <a:t>Click ‘</a:t>
            </a:r>
            <a:r>
              <a:rPr lang="ko-KR" altLang="en-US" dirty="0"/>
              <a:t>회원탈퇴</a:t>
            </a:r>
            <a:r>
              <a:rPr lang="en-US" altLang="ko-KR" dirty="0"/>
              <a:t>’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Functionality support</a:t>
            </a:r>
            <a:br>
              <a:rPr lang="en-US" dirty="0"/>
            </a:br>
            <a:r>
              <a:rPr lang="en-US" dirty="0"/>
              <a:t>(scenarios)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Databases (Fall 2020)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AE0F-99B3-48D0-A046-5C3E92F5D845}" type="slidenum">
              <a:rPr lang="en-US" smtClean="0"/>
              <a:t>8</a:t>
            </a:fld>
            <a:endParaRPr 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A1CCA7E-5135-4175-970E-082BEE2664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2590800"/>
            <a:ext cx="2164268" cy="3368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262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14400" y="2110596"/>
            <a:ext cx="7662333" cy="3953933"/>
          </a:xfrm>
        </p:spPr>
        <p:txBody>
          <a:bodyPr>
            <a:normAutofit/>
          </a:bodyPr>
          <a:lstStyle/>
          <a:p>
            <a:r>
              <a:rPr lang="en-US" dirty="0"/>
              <a:t>5. Show Movie List(With Search)</a:t>
            </a:r>
          </a:p>
          <a:p>
            <a:r>
              <a:rPr lang="en-US" dirty="0"/>
              <a:t>You can search with or with out Login</a:t>
            </a:r>
          </a:p>
          <a:p>
            <a:r>
              <a:rPr lang="en-US" dirty="0"/>
              <a:t>Search List : (Title, Type, Genre, Version)</a:t>
            </a:r>
          </a:p>
          <a:p>
            <a:r>
              <a:rPr lang="en-US" dirty="0"/>
              <a:t>Search basically show ‘OR’ option List</a:t>
            </a:r>
          </a:p>
          <a:p>
            <a:r>
              <a:rPr lang="en-US" dirty="0"/>
              <a:t>If you search anything, you can get list of movie without rated movie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Functionality support</a:t>
            </a:r>
            <a:br>
              <a:rPr lang="en-US" dirty="0"/>
            </a:br>
            <a:r>
              <a:rPr lang="en-US" dirty="0"/>
              <a:t>(scenarios)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Databases (Fall 2020)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AE0F-99B3-48D0-A046-5C3E92F5D84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010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14400" y="2110596"/>
            <a:ext cx="7662333" cy="3953933"/>
          </a:xfrm>
        </p:spPr>
        <p:txBody>
          <a:bodyPr>
            <a:normAutofit/>
          </a:bodyPr>
          <a:lstStyle/>
          <a:p>
            <a:r>
              <a:rPr lang="en-US" dirty="0"/>
              <a:t>5. Show Movie List(With Search) (Continue…)</a:t>
            </a:r>
          </a:p>
          <a:p>
            <a:r>
              <a:rPr lang="en-US" dirty="0"/>
              <a:t>Search Value : </a:t>
            </a:r>
            <a:r>
              <a:rPr lang="en-US" dirty="0" err="1"/>
              <a:t>Sarmanul</a:t>
            </a:r>
            <a:r>
              <a:rPr lang="en-US" dirty="0"/>
              <a:t> Pierrot, Horror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Search Value : Horror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Functionality support</a:t>
            </a:r>
            <a:br>
              <a:rPr lang="en-US" dirty="0"/>
            </a:br>
            <a:r>
              <a:rPr lang="en-US" dirty="0"/>
              <a:t>(scenarios)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Databases (Fall 2020)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AE0F-99B3-48D0-A046-5C3E92F5D845}" type="slidenum">
              <a:rPr lang="en-US" smtClean="0"/>
              <a:t>10</a:t>
            </a:fld>
            <a:endParaRPr 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7ED1502-05E3-40F3-B7F7-F778101164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3048000"/>
            <a:ext cx="4419600" cy="1305339"/>
          </a:xfrm>
          <a:prstGeom prst="rect">
            <a:avLst/>
          </a:prstGeom>
        </p:spPr>
      </p:pic>
      <p:pic>
        <p:nvPicPr>
          <p:cNvPr id="10" name="그림 9" descr="텍스트이(가) 표시된 사진&#10;&#10;자동 생성된 설명">
            <a:extLst>
              <a:ext uri="{FF2B5EF4-FFF2-40B4-BE49-F238E27FC236}">
                <a16:creationId xmlns:a16="http://schemas.microsoft.com/office/drawing/2014/main" id="{3A3DAFF9-4986-4DEE-BAD0-AE9CA5FB23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0" y="4213560"/>
            <a:ext cx="2895600" cy="1795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259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14400" y="2110596"/>
            <a:ext cx="7662333" cy="3953933"/>
          </a:xfrm>
        </p:spPr>
        <p:txBody>
          <a:bodyPr>
            <a:normAutofit/>
          </a:bodyPr>
          <a:lstStyle/>
          <a:p>
            <a:r>
              <a:rPr lang="en-US" dirty="0"/>
              <a:t>5. Show Movie List(With Search) (Continue…)</a:t>
            </a:r>
          </a:p>
          <a:p>
            <a:r>
              <a:rPr lang="en-US" dirty="0"/>
              <a:t>Recommend Search Value : </a:t>
            </a:r>
            <a:r>
              <a:rPr lang="en-US" dirty="0" err="1"/>
              <a:t>Romane</a:t>
            </a:r>
            <a:r>
              <a:rPr lang="en-US" dirty="0"/>
              <a:t>, SF (Genre, Genre)</a:t>
            </a:r>
          </a:p>
          <a:p>
            <a:r>
              <a:rPr lang="en-US" altLang="ko-KR" dirty="0"/>
              <a:t>Recommend Search Value : KR (Version)</a:t>
            </a:r>
          </a:p>
          <a:p>
            <a:r>
              <a:rPr lang="en-US" altLang="ko-KR" dirty="0"/>
              <a:t>Recommend Search Value : Movie, Romance (Type, Genre)</a:t>
            </a:r>
          </a:p>
          <a:p>
            <a:r>
              <a:rPr lang="en-US" altLang="ko-KR" dirty="0"/>
              <a:t>Recommend Search Value : </a:t>
            </a:r>
            <a:r>
              <a:rPr lang="en-US" altLang="ko-KR" dirty="0" err="1"/>
              <a:t>Carmencita</a:t>
            </a:r>
            <a:r>
              <a:rPr lang="en-US" altLang="ko-KR" dirty="0"/>
              <a:t>, Le clown et </a:t>
            </a:r>
            <a:r>
              <a:rPr lang="en-US" altLang="ko-KR" dirty="0" err="1"/>
              <a:t>ses</a:t>
            </a:r>
            <a:r>
              <a:rPr lang="en-US" altLang="ko-KR" dirty="0"/>
              <a:t> </a:t>
            </a:r>
            <a:r>
              <a:rPr lang="en-US" altLang="ko-KR" dirty="0" err="1"/>
              <a:t>chiens</a:t>
            </a:r>
            <a:r>
              <a:rPr lang="en-US" altLang="ko-KR" dirty="0"/>
              <a:t> (Title, Title)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Functionality support</a:t>
            </a:r>
            <a:br>
              <a:rPr lang="en-US" dirty="0"/>
            </a:br>
            <a:r>
              <a:rPr lang="en-US" dirty="0"/>
              <a:t>(scenarios)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Databases (Fall 2020)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AE0F-99B3-48D0-A046-5C3E92F5D84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6126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14400" y="2110596"/>
            <a:ext cx="7662333" cy="3953933"/>
          </a:xfrm>
        </p:spPr>
        <p:txBody>
          <a:bodyPr>
            <a:normAutofit/>
          </a:bodyPr>
          <a:lstStyle/>
          <a:p>
            <a:r>
              <a:rPr lang="en-US" dirty="0"/>
              <a:t>6. Movie rate</a:t>
            </a:r>
          </a:p>
          <a:p>
            <a:r>
              <a:rPr lang="en-US" dirty="0"/>
              <a:t>In </a:t>
            </a:r>
            <a:r>
              <a:rPr lang="en-US" dirty="0" err="1"/>
              <a:t>Movie_info</a:t>
            </a:r>
            <a:r>
              <a:rPr lang="en-US" dirty="0"/>
              <a:t> page, rate the Movie and click ‘Rate’ button</a:t>
            </a:r>
          </a:p>
          <a:p>
            <a:r>
              <a:rPr lang="en-US" dirty="0"/>
              <a:t>If Movie was rated, not show ‘Rate’ button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Functionality support</a:t>
            </a:r>
            <a:br>
              <a:rPr lang="en-US" dirty="0"/>
            </a:br>
            <a:r>
              <a:rPr lang="en-US" dirty="0"/>
              <a:t>(scenarios)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Databases (Fall 2020)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AE0F-99B3-48D0-A046-5C3E92F5D84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891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14400" y="2110596"/>
            <a:ext cx="7662333" cy="3953933"/>
          </a:xfrm>
        </p:spPr>
        <p:txBody>
          <a:bodyPr>
            <a:normAutofit/>
          </a:bodyPr>
          <a:lstStyle/>
          <a:p>
            <a:r>
              <a:rPr lang="en-US" dirty="0"/>
              <a:t>7. Movie Review(Show my rating)</a:t>
            </a:r>
          </a:p>
          <a:p>
            <a:r>
              <a:rPr lang="en-US" dirty="0"/>
              <a:t>After rated movie, Click ‘Review’ button</a:t>
            </a:r>
          </a:p>
          <a:p>
            <a:r>
              <a:rPr lang="en-US" dirty="0"/>
              <a:t>Can show </a:t>
            </a:r>
            <a:r>
              <a:rPr lang="en-US" dirty="0" err="1"/>
              <a:t>MyRating</a:t>
            </a:r>
            <a:r>
              <a:rPr lang="en-US" dirty="0"/>
              <a:t> &amp; AVG Rating</a:t>
            </a:r>
          </a:p>
          <a:p>
            <a:r>
              <a:rPr lang="en-US" dirty="0"/>
              <a:t>If Click Movie </a:t>
            </a:r>
            <a:r>
              <a:rPr lang="en-US" dirty="0" err="1"/>
              <a:t>img</a:t>
            </a:r>
            <a:r>
              <a:rPr lang="en-US" dirty="0"/>
              <a:t> or Title, Can show </a:t>
            </a:r>
            <a:r>
              <a:rPr lang="en-US" dirty="0" err="1"/>
              <a:t>Movie_info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Functionality support</a:t>
            </a:r>
            <a:br>
              <a:rPr lang="en-US" dirty="0"/>
            </a:br>
            <a:r>
              <a:rPr lang="en-US" dirty="0"/>
              <a:t>(scenarios)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Databases (Fall 2020)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AE0F-99B3-48D0-A046-5C3E92F5D845}" type="slidenum">
              <a:rPr lang="en-US" smtClean="0"/>
              <a:t>13</a:t>
            </a:fld>
            <a:endParaRPr 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17078F4-8238-4416-8D04-FADBAFD586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5789" y="3962400"/>
            <a:ext cx="6052422" cy="1873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4806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14400" y="2110596"/>
            <a:ext cx="7662333" cy="3953933"/>
          </a:xfrm>
        </p:spPr>
        <p:txBody>
          <a:bodyPr>
            <a:normAutofit/>
          </a:bodyPr>
          <a:lstStyle/>
          <a:p>
            <a:r>
              <a:rPr lang="en-US" dirty="0"/>
              <a:t>8. If Admin</a:t>
            </a:r>
          </a:p>
          <a:p>
            <a:r>
              <a:rPr lang="en-US" dirty="0"/>
              <a:t>ID: ukHyQ3832</a:t>
            </a:r>
          </a:p>
          <a:p>
            <a:r>
              <a:rPr lang="en-US" dirty="0"/>
              <a:t>Password : lhY449</a:t>
            </a:r>
          </a:p>
          <a:p>
            <a:r>
              <a:rPr lang="en-US" dirty="0"/>
              <a:t>Basically, Admin can use all of account’s function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Functionality support</a:t>
            </a:r>
            <a:br>
              <a:rPr lang="en-US" dirty="0"/>
            </a:br>
            <a:r>
              <a:rPr lang="en-US" dirty="0"/>
              <a:t>(scenarios)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Databases (Fall 2020)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AE0F-99B3-48D0-A046-5C3E92F5D84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3420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14400" y="2110596"/>
            <a:ext cx="7662333" cy="3953933"/>
          </a:xfrm>
        </p:spPr>
        <p:txBody>
          <a:bodyPr>
            <a:normAutofit/>
          </a:bodyPr>
          <a:lstStyle/>
          <a:p>
            <a:r>
              <a:rPr lang="en-US" dirty="0"/>
              <a:t>8. If Admin(Continue…)</a:t>
            </a:r>
          </a:p>
          <a:p>
            <a:r>
              <a:rPr lang="en-US" dirty="0"/>
              <a:t>If want check all of rating, Click ‘Review’ button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Functionality support</a:t>
            </a:r>
            <a:br>
              <a:rPr lang="en-US" dirty="0"/>
            </a:br>
            <a:r>
              <a:rPr lang="en-US" dirty="0"/>
              <a:t>(scenarios)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Databases (Fall 2020)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AE0F-99B3-48D0-A046-5C3E92F5D84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1730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14400" y="2110596"/>
            <a:ext cx="7662333" cy="3953933"/>
          </a:xfrm>
        </p:spPr>
        <p:txBody>
          <a:bodyPr>
            <a:normAutofit/>
          </a:bodyPr>
          <a:lstStyle/>
          <a:p>
            <a:r>
              <a:rPr lang="en-US" dirty="0"/>
              <a:t>8. If Admin(Continue…)</a:t>
            </a:r>
          </a:p>
          <a:p>
            <a:r>
              <a:rPr lang="en-US" dirty="0"/>
              <a:t>Click ‘</a:t>
            </a:r>
            <a:r>
              <a:rPr lang="en-US" dirty="0" err="1"/>
              <a:t>Admin_mode</a:t>
            </a:r>
            <a:r>
              <a:rPr lang="en-US" dirty="0"/>
              <a:t>’ button &amp; Click ‘Upload New Movie’</a:t>
            </a:r>
          </a:p>
          <a:p>
            <a:r>
              <a:rPr lang="en-US" dirty="0"/>
              <a:t>Fill Upload New Movie Field</a:t>
            </a:r>
          </a:p>
          <a:p>
            <a:r>
              <a:rPr lang="en-US" dirty="0"/>
              <a:t>Fill Actor &amp; Version Field</a:t>
            </a:r>
          </a:p>
          <a:p>
            <a:r>
              <a:rPr lang="en-US" dirty="0"/>
              <a:t>Input </a:t>
            </a:r>
            <a:r>
              <a:rPr lang="en-US" dirty="0" err="1"/>
              <a:t>img</a:t>
            </a:r>
            <a:r>
              <a:rPr lang="en-US" dirty="0"/>
              <a:t> file to </a:t>
            </a:r>
            <a:r>
              <a:rPr lang="en-US" dirty="0" err="1"/>
              <a:t>movie_input</a:t>
            </a:r>
            <a:r>
              <a:rPr lang="en-US" dirty="0"/>
              <a:t> Folder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Functionality support</a:t>
            </a:r>
            <a:br>
              <a:rPr lang="en-US" dirty="0"/>
            </a:br>
            <a:r>
              <a:rPr lang="en-US" dirty="0"/>
              <a:t>(scenarios)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Databases (Fall 2020)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AE0F-99B3-48D0-A046-5C3E92F5D84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5378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14400" y="2110596"/>
            <a:ext cx="7662333" cy="3953933"/>
          </a:xfrm>
        </p:spPr>
        <p:txBody>
          <a:bodyPr>
            <a:normAutofit/>
          </a:bodyPr>
          <a:lstStyle/>
          <a:p>
            <a:r>
              <a:rPr lang="en-US" dirty="0"/>
              <a:t>8. If Admin(Continue…)</a:t>
            </a:r>
          </a:p>
          <a:p>
            <a:r>
              <a:rPr lang="en-US" dirty="0"/>
              <a:t>Click ‘</a:t>
            </a:r>
            <a:r>
              <a:rPr lang="en-US" dirty="0" err="1"/>
              <a:t>Admin_mode</a:t>
            </a:r>
            <a:r>
              <a:rPr lang="en-US" dirty="0"/>
              <a:t>’ button &amp; Click ‘Modify Movie’</a:t>
            </a:r>
          </a:p>
          <a:p>
            <a:r>
              <a:rPr lang="en-US" dirty="0"/>
              <a:t>Fill Change Movie Field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Functionality support</a:t>
            </a:r>
            <a:br>
              <a:rPr lang="en-US" dirty="0"/>
            </a:br>
            <a:r>
              <a:rPr lang="en-US" dirty="0"/>
              <a:t>(scenarios)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Databases (Fall 2020)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AE0F-99B3-48D0-A046-5C3E92F5D84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4923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14400" y="2110596"/>
            <a:ext cx="7662333" cy="3953933"/>
          </a:xfrm>
        </p:spPr>
        <p:txBody>
          <a:bodyPr>
            <a:normAutofit/>
          </a:bodyPr>
          <a:lstStyle/>
          <a:p>
            <a:r>
              <a:rPr lang="en-US" dirty="0"/>
              <a:t>1.Menu bar</a:t>
            </a:r>
          </a:p>
          <a:p>
            <a:endParaRPr lang="en-US" dirty="0"/>
          </a:p>
          <a:p>
            <a:r>
              <a:rPr lang="en-US" dirty="0"/>
              <a:t>Menu bar is Designed with JSP and each Menu link with another JSP</a:t>
            </a:r>
          </a:p>
          <a:p>
            <a:r>
              <a:rPr lang="en-US" dirty="0"/>
              <a:t>Can automatically change(if login or if admin)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UI Design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Databases (Fall 2020)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AE0F-99B3-48D0-A046-5C3E92F5D845}" type="slidenum">
              <a:rPr lang="en-US" smtClean="0"/>
              <a:t>18</a:t>
            </a:fld>
            <a:endParaRPr 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1CF5624-4C9D-4FB4-8A29-4C8F88852D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2590800"/>
            <a:ext cx="2469094" cy="36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3049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14400" y="2110596"/>
            <a:ext cx="7662333" cy="3953933"/>
          </a:xfrm>
        </p:spPr>
        <p:txBody>
          <a:bodyPr>
            <a:normAutofit/>
          </a:bodyPr>
          <a:lstStyle/>
          <a:p>
            <a:r>
              <a:rPr lang="en-US" dirty="0"/>
              <a:t>2.Search or Review page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Img</a:t>
            </a:r>
            <a:r>
              <a:rPr lang="en-US" dirty="0"/>
              <a:t> or Title is designed with JSP, link with </a:t>
            </a:r>
            <a:r>
              <a:rPr lang="en-US" dirty="0" err="1"/>
              <a:t>Movie_info</a:t>
            </a:r>
            <a:r>
              <a:rPr lang="en-US" dirty="0"/>
              <a:t> JSP </a:t>
            </a:r>
          </a:p>
          <a:p>
            <a:r>
              <a:rPr lang="en-US" dirty="0"/>
              <a:t>In Project, all of </a:t>
            </a:r>
            <a:r>
              <a:rPr lang="en-US" dirty="0" err="1"/>
              <a:t>img</a:t>
            </a:r>
            <a:r>
              <a:rPr lang="en-US" dirty="0"/>
              <a:t> is linked with </a:t>
            </a:r>
            <a:r>
              <a:rPr lang="en-US" dirty="0" err="1"/>
              <a:t>Movie_info</a:t>
            </a:r>
            <a:r>
              <a:rPr lang="en-US" dirty="0"/>
              <a:t> JSP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UI Design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Databases (Fall 2020)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AE0F-99B3-48D0-A046-5C3E92F5D845}" type="slidenum">
              <a:rPr lang="en-US" smtClean="0"/>
              <a:t>19</a:t>
            </a:fld>
            <a:endParaRPr lang="en-US"/>
          </a:p>
        </p:txBody>
      </p:sp>
      <p:pic>
        <p:nvPicPr>
          <p:cNvPr id="8" name="그림 7" descr="텍스트이(가) 표시된 사진&#10;&#10;자동 생성된 설명">
            <a:extLst>
              <a:ext uri="{FF2B5EF4-FFF2-40B4-BE49-F238E27FC236}">
                <a16:creationId xmlns:a16="http://schemas.microsoft.com/office/drawing/2014/main" id="{A7156956-7814-4C72-9481-65AB92D763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2667000"/>
            <a:ext cx="4267200" cy="1343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0059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72067" y="2675466"/>
            <a:ext cx="7890933" cy="3801533"/>
          </a:xfrm>
        </p:spPr>
        <p:txBody>
          <a:bodyPr>
            <a:normAutofit/>
          </a:bodyPr>
          <a:lstStyle/>
          <a:p>
            <a:r>
              <a:rPr lang="en-US" dirty="0"/>
              <a:t>Code development environment</a:t>
            </a:r>
          </a:p>
          <a:p>
            <a:pPr lvl="1"/>
            <a:r>
              <a:rPr lang="en-US" altLang="en-US" dirty="0"/>
              <a:t>Total line of code: At least 5,500 LINES</a:t>
            </a:r>
          </a:p>
          <a:p>
            <a:pPr lvl="1"/>
            <a:r>
              <a:rPr lang="en-US" altLang="en-US" dirty="0"/>
              <a:t>OS: Window 10</a:t>
            </a:r>
          </a:p>
          <a:p>
            <a:pPr lvl="1"/>
            <a:r>
              <a:rPr lang="en-US" altLang="en-US" dirty="0"/>
              <a:t>DBMS: Oracle</a:t>
            </a:r>
          </a:p>
          <a:p>
            <a:pPr lvl="1"/>
            <a:r>
              <a:rPr lang="en-US" altLang="en-US" dirty="0"/>
              <a:t>Language: Java</a:t>
            </a:r>
          </a:p>
          <a:p>
            <a:pPr lvl="1"/>
            <a:r>
              <a:rPr lang="en-US" dirty="0"/>
              <a:t>IDE: Eclipse(jdk-15.0.1) &amp; Apache Tomcat v8.5 &amp; ojdbc7.jar</a:t>
            </a:r>
          </a:p>
          <a:p>
            <a:pPr lvl="1"/>
            <a:r>
              <a:rPr lang="en-US" dirty="0" err="1"/>
              <a:t>Github</a:t>
            </a:r>
            <a:r>
              <a:rPr lang="en-US" dirty="0"/>
              <a:t> URL: https://github.com/Girin7716/KNUMovieDB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 of Project Code: Environment Settings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Databases (Fall 2020)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AE0F-99B3-48D0-A046-5C3E92F5D84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443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https://www.youtube.com/watch?v=UZwzqdtpTwg&amp;ab_channel=%EC%95%88%EC%83%81%EC%A4%80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Databases (Fall 2020)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AE0F-99B3-48D0-A046-5C3E92F5D84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9311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project, we can learn create web page with JSP &amp; How to use DBMS in web page</a:t>
            </a:r>
          </a:p>
          <a:p>
            <a:r>
              <a:rPr lang="en-US" dirty="0"/>
              <a:t>Can perfectly manage Oracle &amp; design web page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Databases (Fall 2020)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AE0F-99B3-48D0-A046-5C3E92F5D84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9468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 &amp; 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Databases (Fall 2020)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AE0F-99B3-48D0-A046-5C3E92F5D84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0191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aveform">
  <a:themeElements>
    <a:clrScheme name="Waveform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Waveform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aveform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150</TotalTime>
  <Words>975</Words>
  <Application>Microsoft Office PowerPoint</Application>
  <PresentationFormat>화면 슬라이드 쇼(4:3)</PresentationFormat>
  <Paragraphs>227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8" baseType="lpstr">
      <vt:lpstr>Arial</vt:lpstr>
      <vt:lpstr>Calibri</vt:lpstr>
      <vt:lpstr>Candara</vt:lpstr>
      <vt:lpstr>Symbol</vt:lpstr>
      <vt:lpstr>Waveform</vt:lpstr>
      <vt:lpstr>Team 06: KNU MOVIE</vt:lpstr>
      <vt:lpstr>Contents</vt:lpstr>
      <vt:lpstr>Role Summary</vt:lpstr>
      <vt:lpstr>Project Description</vt:lpstr>
      <vt:lpstr>Functionality support (scenarios)</vt:lpstr>
      <vt:lpstr>Functionality support (scenarios)</vt:lpstr>
      <vt:lpstr>Functionality support (scenarios)</vt:lpstr>
      <vt:lpstr>Functionality support (scenarios)</vt:lpstr>
      <vt:lpstr>Functionality support (scenarios)</vt:lpstr>
      <vt:lpstr>Functionality support (scenarios)</vt:lpstr>
      <vt:lpstr>Functionality support (scenarios)</vt:lpstr>
      <vt:lpstr>Functionality support (scenarios)</vt:lpstr>
      <vt:lpstr>Functionality support (scenarios)</vt:lpstr>
      <vt:lpstr>Functionality support (scenarios)</vt:lpstr>
      <vt:lpstr>Functionality support (scenarios)</vt:lpstr>
      <vt:lpstr>Functionality support (scenarios)</vt:lpstr>
      <vt:lpstr>Functionality support (scenarios)</vt:lpstr>
      <vt:lpstr>UI Design</vt:lpstr>
      <vt:lpstr>UI Design</vt:lpstr>
      <vt:lpstr>Summary of Project Code: Environment Settings</vt:lpstr>
      <vt:lpstr>Demo</vt:lpstr>
      <vt:lpstr>Lessons</vt:lpstr>
      <vt:lpstr>Q &amp;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OOO: Project Title</dc:title>
  <dc:creator>Youngkyoon Suh</dc:creator>
  <cp:lastModifiedBy>상민 이</cp:lastModifiedBy>
  <cp:revision>248</cp:revision>
  <dcterms:created xsi:type="dcterms:W3CDTF">2019-06-15T01:16:48Z</dcterms:created>
  <dcterms:modified xsi:type="dcterms:W3CDTF">2020-12-05T19:22:13Z</dcterms:modified>
</cp:coreProperties>
</file>